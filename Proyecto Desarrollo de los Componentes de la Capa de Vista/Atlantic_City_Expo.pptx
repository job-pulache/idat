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70" r:id="rId12"/>
    <p:sldId id="271" r:id="rId13"/>
    <p:sldId id="265" r:id="rId14"/>
    <p:sldId id="266" r:id="rId15"/>
    <p:sldId id="267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7" d="100"/>
          <a:sy n="57" d="100"/>
        </p:scale>
        <p:origin x="926" y="1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600" y="762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8AC438B-F757-448F-543B-6E0BB3646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905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0</Words>
  <Application>Microsoft Office PowerPoint</Application>
  <PresentationFormat>Custom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pi76141530 (Pulache Carreño, Job Isai)</cp:lastModifiedBy>
  <cp:revision>5</cp:revision>
  <dcterms:created xsi:type="dcterms:W3CDTF">2006-08-16T00:00:00Z</dcterms:created>
  <dcterms:modified xsi:type="dcterms:W3CDTF">2026-07-10T01:51:28Z</dcterms:modified>
</cp:coreProperties>
</file>